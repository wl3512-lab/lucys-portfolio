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Inter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xmlns="" Id="rId12" Type="http://schemas.openxmlformats.org/officeDocument/2006/relationships/font" Target="fonts/rId1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creds to daniel Shiffman and dan osullivan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file/d/1rD4fKEcvFUfulVpdVAz37e2T0Dozm7Dy/view?usp=drive_lin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file/d/1fZnx0c69-j44-vjLNVtJM4VMGBWhHQan/view?usp=sharing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0" y="2283619"/>
            <a:ext cx="4681538" cy="9763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228850" y="2283619"/>
            <a:ext cx="4681538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51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The Weather 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2228850" y="3021806"/>
            <a:ext cx="46815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Lucy Liu 2025</a:t>
            </a:r>
            <a:endParaRPr lang="en-US" sz="128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825" y="28575"/>
            <a:ext cx="1638300" cy="16383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62825" y="3419475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433638"/>
            <a:ext cx="2286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1710" dirty="0"/>
          </a:p>
        </p:txBody>
      </p:sp>
      <p:sp>
        <p:nvSpPr>
          <p:cNvPr id="4" name="Shape 1"/>
          <p:cNvSpPr/>
          <p:nvPr/>
        </p:nvSpPr>
        <p:spPr>
          <a:xfrm>
            <a:off x="3390900" y="1423988"/>
            <a:ext cx="2324100" cy="121920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3390900" y="14239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3390900" y="1728788"/>
            <a:ext cx="2324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“Under The Weather” is a  weather app that translates weather into emotional states, from data into feeling. Instead of “Rain: 72°F,” it says, “Feels like: At least you have an excuse to cancel plans now.”</a:t>
            </a:r>
            <a:endParaRPr lang="en-US" sz="855" dirty="0"/>
          </a:p>
        </p:txBody>
      </p:sp>
      <p:sp>
        <p:nvSpPr>
          <p:cNvPr id="7" name="Shape 4"/>
          <p:cNvSpPr/>
          <p:nvPr/>
        </p:nvSpPr>
        <p:spPr>
          <a:xfrm>
            <a:off x="3390900" y="2924175"/>
            <a:ext cx="2324100" cy="1066800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3390900" y="292417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390900" y="3228975"/>
            <a:ext cx="2324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people who check the weather and immediately relates it to their mood. but to interpret it as a sign from the universe. The type of person who says, “It’s raining again, of course it is,” and takes it personally.</a:t>
            </a:r>
            <a:endParaRPr lang="en-US" sz="855" dirty="0"/>
          </a:p>
        </p:txBody>
      </p:sp>
      <p:sp>
        <p:nvSpPr>
          <p:cNvPr id="10" name="Shape 7"/>
          <p:cNvSpPr/>
          <p:nvPr/>
        </p:nvSpPr>
        <p:spPr>
          <a:xfrm>
            <a:off x="6210300" y="1423988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6210300" y="14239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6210300" y="1728788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Showing how people project feelings onto neutral information.</a:t>
            </a:r>
            <a:endParaRPr lang="en-US" sz="855" dirty="0"/>
          </a:p>
        </p:txBody>
      </p:sp>
      <p:sp>
        <p:nvSpPr>
          <p:cNvPr id="13" name="Shape 10"/>
          <p:cNvSpPr/>
          <p:nvPr/>
        </p:nvSpPr>
        <p:spPr>
          <a:xfrm>
            <a:off x="6210300" y="2890838"/>
            <a:ext cx="2324100" cy="914400"/>
          </a:xfrm>
          <a:prstGeom prst="rect">
            <a:avLst/>
          </a:prstGeom>
          <a:noFill/>
          <a:ln/>
        </p:spPr>
      </p:sp>
      <p:sp>
        <p:nvSpPr>
          <p:cNvPr id="14" name="Text 11"/>
          <p:cNvSpPr/>
          <p:nvPr/>
        </p:nvSpPr>
        <p:spPr>
          <a:xfrm>
            <a:off x="6210300" y="289083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Inspiration</a:t>
            </a:r>
            <a:endParaRPr lang="en-US" sz="1283" dirty="0"/>
          </a:p>
        </p:txBody>
      </p:sp>
      <p:sp>
        <p:nvSpPr>
          <p:cNvPr id="15" name="Text 12"/>
          <p:cNvSpPr/>
          <p:nvPr/>
        </p:nvSpPr>
        <p:spPr>
          <a:xfrm>
            <a:off x="6210300" y="3195638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NYC’s collective mood swings with its weather; how bright April mornings lift spirits, while gray October days drag them down.</a:t>
            </a:r>
            <a:endParaRPr lang="en-US" sz="855" dirty="0"/>
          </a:p>
        </p:txBody>
      </p:sp>
      <p:sp>
        <p:nvSpPr>
          <p:cNvPr id="16" name="Text 13"/>
          <p:cNvSpPr/>
          <p:nvPr/>
        </p:nvSpPr>
        <p:spPr>
          <a:xfrm>
            <a:off x="8058150" y="133350"/>
            <a:ext cx="61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u="sng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sz="12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163" y="4714875"/>
            <a:ext cx="4000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Snippet &amp; Explanation</a:t>
            </a:r>
            <a:endParaRPr lang="en-US" sz="171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7163" y="357188"/>
            <a:ext cx="3538538" cy="4291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950" y="357188"/>
            <a:ext cx="3486150" cy="785813"/>
          </a:xfrm>
          <a:prstGeom prst="ellipse">
            <a:avLst/>
          </a:prstGeom>
          <a:noFill/>
          <a:ln w="36195">
            <a:solidFill>
              <a:srgbClr val="F316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872038" y="90488"/>
            <a:ext cx="4257675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the OpenWeatherMap API to </a:t>
            </a:r>
            <a:pPr algn="l" indent="0" marL="0">
              <a:lnSpc>
                <a:spcPts val="1347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</a:t>
            </a:r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live NYC weather.</a:t>
            </a:r>
            <a:endParaRPr lang="en-US" sz="1283" dirty="0"/>
          </a:p>
          <a:p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API data into emotion using </a:t>
            </a:r>
            <a:pPr algn="l" indent="0" marL="0">
              <a:lnSpc>
                <a:spcPts val="1347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if/else</a:t>
            </a:r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logic.</a:t>
            </a:r>
            <a:endParaRPr lang="en-US" sz="1283" dirty="0"/>
          </a:p>
          <a:p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color and emoji change with the forecast.</a:t>
            </a:r>
            <a:endParaRPr lang="en-US" sz="1283" dirty="0"/>
          </a:p>
          <a:p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NYC time/date display and error handling if API fails.</a:t>
            </a:r>
            <a:endParaRPr lang="en-US" sz="1283" dirty="0"/>
          </a:p>
          <a:p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Javascript built in </a:t>
            </a:r>
            <a:pPr algn="l" indent="0" marL="0">
              <a:lnSpc>
                <a:spcPts val="1347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object</a:t>
            </a:r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put it in NYC time zone</a:t>
            </a:r>
            <a:endParaRPr lang="en-US" sz="1283" dirty="0"/>
          </a:p>
          <a:p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pPr algn="l" indent="0" marL="0">
              <a:lnSpc>
                <a:spcPts val="1347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tored the weather data, color, and emoji in global variables.</a:t>
            </a:r>
            <a:endParaRPr lang="en-US" sz="128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6" t="0" b="930"/>
          <a:stretch/>
        </p:blipFill>
        <p:spPr>
          <a:xfrm>
            <a:off x="5372100" y="3114675"/>
            <a:ext cx="3771900" cy="202882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6627" t="0" b="-30087"/>
          <a:stretch/>
        </p:blipFill>
        <p:spPr>
          <a:xfrm>
            <a:off x="4924425" y="3067050"/>
            <a:ext cx="381681" cy="4114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9587" y="1628775"/>
            <a:ext cx="1009650" cy="785813"/>
          </a:xfrm>
          <a:prstGeom prst="ellipse">
            <a:avLst/>
          </a:prstGeom>
          <a:noFill/>
          <a:ln w="36195">
            <a:solidFill>
              <a:srgbClr val="F316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252538" y="2505075"/>
            <a:ext cx="1895475" cy="528638"/>
          </a:xfrm>
          <a:prstGeom prst="ellipse">
            <a:avLst/>
          </a:prstGeom>
          <a:noFill/>
          <a:ln w="36195">
            <a:solidFill>
              <a:srgbClr val="F316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33812" y="514350"/>
            <a:ext cx="950881" cy="237296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19238" y="1057275"/>
            <a:ext cx="3268242" cy="989069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962275" y="1438275"/>
            <a:ext cx="1849934" cy="1250901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714500" y="2038350"/>
            <a:ext cx="3187303" cy="2018241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66738" y="3852863"/>
            <a:ext cx="1147763" cy="342900"/>
          </a:xfrm>
          <a:prstGeom prst="ellipse">
            <a:avLst/>
          </a:prstGeom>
          <a:noFill/>
          <a:ln w="36195">
            <a:solidFill>
              <a:srgbClr val="F316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428875" y="1619250"/>
            <a:ext cx="4572000" cy="19002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677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Testing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3162300" y="1095375"/>
            <a:ext cx="2439987" cy="1476375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162300" y="1095375"/>
            <a:ext cx="2439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 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3162300" y="1400175"/>
            <a:ext cx="2439987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Tried pressing the screen instead of the button.  → Fixed by changing text to make it more clear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making users type in latitude/longitude for humor.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3162300" y="2928938"/>
            <a:ext cx="3148013" cy="69532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162300" y="2928938"/>
            <a:ext cx="3148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Successes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162300" y="3233738"/>
            <a:ext cx="314801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call worked and updated in real-time.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Colors and emojis matched weather conditions.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7800975" y="4795838"/>
            <a:ext cx="24098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u="sng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 Testing Vid</a:t>
            </a:r>
            <a:endParaRPr lang="en-US" sz="1069" dirty="0"/>
          </a:p>
        </p:txBody>
      </p:sp>
      <p:sp>
        <p:nvSpPr>
          <p:cNvPr id="10" name="Shape 8"/>
          <p:cNvSpPr/>
          <p:nvPr/>
        </p:nvSpPr>
        <p:spPr>
          <a:xfrm>
            <a:off x="6229350" y="1928813"/>
            <a:ext cx="2439988" cy="1281113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229350" y="1928813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6229350" y="2233613"/>
            <a:ext cx="2439988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“feels like” line with richer emotional phrases and different options randomized.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 with sound and gradient animation for weather moods.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366713" y="4305300"/>
            <a:ext cx="2405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User: </a:t>
            </a:r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Michael Ryan Leese</a:t>
            </a:r>
            <a:endParaRPr lang="en-US" sz="1283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00" y="1095375"/>
            <a:ext cx="1714500" cy="2957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76525" y="2100263"/>
            <a:ext cx="3790950" cy="9429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676525" y="2100263"/>
            <a:ext cx="3790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66779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this app successfully feel unnecessary, like it’s solving a problem that didn’t need solving?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2676525" y="2890838"/>
            <a:ext cx="3790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4651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609600" y="1042988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533900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66779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for Feedback</a:t>
            </a:r>
            <a:endParaRPr lang="en-US" sz="1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2026-05-08T15:53:33Z</dcterms:created>
  <dcterms:modified xsi:type="dcterms:W3CDTF">2026-05-08T15:53:33Z</dcterms:modified>
</cp:coreProperties>
</file>